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 Performance Review – [Period]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for: CFO</a:t>
            </a:r>
          </a:p>
          <a:p>
            <a:r>
              <a:t>Objective: Review performance, highlight risks/opportunities, and agree 90‑day action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overview</a:t>
            </a:r>
          </a:p>
          <a:p>
            <a:pPr/>
            <a:r>
              <a:t>KPIs &amp; trends</a:t>
            </a:r>
          </a:p>
          <a:p>
            <a:pPr/>
            <a:r>
              <a:t>Insights &amp; action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Overview: Headline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and gross margin overview (vs last period/target).</a:t>
            </a:r>
          </a:p>
          <a:p>
            <a:pPr/>
            <a:r>
              <a:t>Strongest performance: Government &amp; Small Business segments (Paseo, Montana, Carretera, VTT).</a:t>
            </a:r>
          </a:p>
          <a:p>
            <a:pPr/>
            <a:r>
              <a:t>Main pressure: Enterprise deals with high discounts on VTT/Velo.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&amp; Product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Chart: Profit or margin % by segment (Gov / SMB / Enterprise / Channel).</a:t>
            </a:r>
          </a:p>
          <a:p>
            <a:pPr/>
            <a:r>
              <a:t>Chart: Top products by profit (Paseo, Montana, Carretera, VTT).</a:t>
            </a:r>
          </a:p>
          <a:p>
            <a:pPr/>
            <a:r>
              <a:t>Highlight: Green = Gov &amp; SMB; Red = Enterprise high-discount deals.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Chart: Margin by country × segment (focus on Canada, France).</a:t>
            </a:r>
          </a:p>
          <a:p>
            <a:pPr/>
            <a:r>
              <a:t>Canada: Strong Government performance (Paseo, Amarilla, Carretera).</a:t>
            </a:r>
          </a:p>
          <a:p>
            <a:pPr/>
            <a:r>
              <a:t>France: Strong Gov/SMB for Velo, Montana, VTT.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Gross margin % (overall and by segment).</a:t>
            </a:r>
          </a:p>
          <a:p>
            <a:pPr/>
            <a:r>
              <a:t>Share of revenue from high-margin products.</a:t>
            </a:r>
          </a:p>
          <a:p>
            <a:pPr/>
            <a:r>
              <a:t>Discount mix: None / Low / Medium / High.</a:t>
            </a:r>
          </a:p>
          <a:p>
            <a:pPr/>
            <a:r>
              <a:t>Number and value of loss-making deals.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Trend: Discounts vs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Visual: Scatter or bar chart of discount band vs average margin.</a:t>
            </a:r>
          </a:p>
          <a:p>
            <a:pPr/>
            <a:r>
              <a:t>High discounts in Enterprise cluster at low or negative margins.</a:t>
            </a:r>
          </a:p>
          <a:p>
            <a:pPr/>
            <a:r>
              <a:t>Key message: Discount governance is the single biggest lever on profit.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Trend: Product &amp; Segment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Visual: Profit by product × segment over time.</a:t>
            </a:r>
          </a:p>
          <a:p>
            <a:pPr/>
            <a:r>
              <a:t>Profits concentrated in Gov/SMB and a few SKUs (Paseo, Montana, Carretera, VTT).</a:t>
            </a:r>
          </a:p>
          <a:p>
            <a:pPr/>
            <a:r>
              <a:t>Key message: We win when we sell the right SKUs into the right segments.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Trend: COGS &amp; Cost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Visual: COGS per unit for key SKUs and variance vs prior period.</a:t>
            </a:r>
          </a:p>
          <a:p>
            <a:pPr/>
            <a:r>
              <a:t>Highlight low-margin SKUs with flat or rising COGS.</a:t>
            </a:r>
          </a:p>
          <a:p>
            <a:pPr/>
            <a:r>
              <a:t>Key message: 2–5% COGS reduction opportunity on selected SKUs.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What Is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&amp; Small Business segments: stable, positive margins.</a:t>
            </a:r>
          </a:p>
          <a:p>
            <a:pPr/>
            <a:r>
              <a:t>Canada and France: consistently strong contributions.</a:t>
            </a:r>
          </a:p>
          <a:p>
            <a:pPr/>
            <a:r>
              <a:t>Products: Paseo, Montana, Carretera, VTT in Gov/SMB and Channel Partners.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What Is Not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deals with High discount bands on VTT, Velo (and some Paseo/Amarilla).</a:t>
            </a:r>
          </a:p>
          <a:p>
            <a:pPr/>
            <a:r>
              <a:t>Loss-making or low-margin SKUs where COGS leaves no room for discounting.</a:t>
            </a:r>
          </a:p>
          <a:p>
            <a:pPr/>
            <a:r>
              <a:t>Inconsistent discount governance across regions/segments.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Plan: Grow Profitable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SKU × Segment price floors and approval for High discounts.</a:t>
            </a:r>
          </a:p>
          <a:p>
            <a:pPr/>
            <a:r>
              <a:t>Tie discounts to volume thresholds and minimum margin.</a:t>
            </a:r>
          </a:p>
          <a:p>
            <a:pPr/>
            <a:r>
              <a:t>Double down on Gov/SMB in Canada and France.</a:t>
            </a:r>
          </a:p>
          <a:p>
            <a:pPr/>
            <a:r>
              <a:t>Prioritize Paseo, Montana, Carretera, VTT in profitable segments.</a:t>
            </a:r>
          </a:p>
          <a:p>
            <a:pPr/>
            <a:r>
              <a:t>Replicate Canada Channel Partner playbook for Paseo in other markets.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Plan: Reduce COGS &amp; Optimize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Consolidate suppliers for VTT/Velo components; negotiate volume discounts.</a:t>
            </a:r>
          </a:p>
          <a:p>
            <a:pPr/>
            <a:r>
              <a:t>Target 2–5% COGS reduction over 2 quarters for low-margin SKUs.</a:t>
            </a:r>
          </a:p>
          <a:p>
            <a:pPr/>
            <a:r>
              <a:t>Value-engineering and BOM simplification on loss-prone SKUs.</a:t>
            </a:r>
          </a:p>
          <a:p>
            <a:pPr/>
            <a:r>
              <a:t>Lean initiatives to improve yield and reduce scrap on high-volume lines.</a:t>
            </a:r>
          </a:p>
          <a:p>
            <a:pPr/>
            <a:r>
              <a:t>Reprice or sunset chronically negative Enterprise variants.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Roadmap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0–2: Publish price floor policy and dashboards.</a:t>
            </a:r>
          </a:p>
          <a:p>
            <a:pPr/>
            <a:r>
              <a:t>Weeks 3–6: Supplier negotiations and discount pilots (starting in Canada Gov).</a:t>
            </a:r>
          </a:p>
          <a:p>
            <a:pPr/>
            <a:r>
              <a:t>Weeks 7–12: Roll-out to France, training, and comp plan updates.</a:t>
            </a:r>
          </a:p>
          <a:p>
            <a:pPr/>
            <a:r>
              <a:t>Risks: Government budget cycles, supplier lock-in, enterprise churn from tougher pricing.</a:t>
            </a:r>
          </a:p>
          <a:p>
            <a:pPr/>
            <a:r>
              <a:t>Mitigations: Multi-year frameworks, secondary suppliers, value-based bundles and ROI proofs.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